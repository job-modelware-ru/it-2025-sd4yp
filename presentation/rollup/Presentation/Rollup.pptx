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66B9C-007A-5239-924B-F257CB88D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0978FE-8E44-EB0A-9C50-7F88F43AA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73C91-B5B3-42A4-A981-E064D96F6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A8EBE-CE7C-7066-F3B0-86FEC494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6D991E-0EC5-7951-54C3-B431E39F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64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63169C-8A5A-A709-0D5D-C5C5C2D86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9AD14A-D083-9F38-2A78-20B084E71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CE57D8-B823-553F-1F90-53FE6E29B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086C2A-54D0-8B44-21BA-E46B8839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C5EABF-851C-5EC2-F2C5-56C476EE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77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B72A3-FB93-F093-B213-FDA5F2D6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7C156F-0F64-6125-E47C-FD4FE931B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FBD0C6-104D-1E94-56FF-5ACFB9CC9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34DADC-2696-3830-C871-E24026C9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052BA4-948F-F13D-87E3-7CB233B4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63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CDF18-B50B-F040-E7EC-E19923B3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CE72CE-A5EC-DB50-83FD-BE891950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D3F5C1-2737-462E-6803-68BCD557C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66EA64-142D-BE68-9E6C-03CF7274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5CD11B-2A88-DC51-1EFE-0D5AB845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720626-E161-1218-C194-2EF974D3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53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2A866-6B61-A684-3273-A7E46F68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6F7700-87D2-65D9-6D75-4311FE462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314AA8-00CB-8CEF-0B2D-4A47DDE85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C5BBED5-BF5E-9DCC-D705-2FA889FAE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752118-CC4F-712C-24B4-B27522B10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416C40-2147-D011-A87E-CB3C0ECD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884436B-A07F-DD98-047C-F74EE6348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76B6C76-0E09-FAAC-48EE-E128E45E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46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840D5-F28B-28CD-EC70-4FD7F994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F2DB0C-B60B-1080-8907-40286B24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6EC1D4-1178-70ED-BFED-67C5D06A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3C794A-2AC3-097A-6BA7-D4634124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65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F4E09CE-1D07-0803-6FE5-D66B5FF9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64B29BE-AF72-753D-83F2-B35B4036E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04508C-FDA0-307B-BCE1-4C6FE0C7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42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E1F76-5503-515D-119E-0E5B4562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B9BDC3-7982-1145-F71D-CED1EE502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D9EAD4-E939-2608-0261-A420939A8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74443E-F4AB-69A7-3017-35CC05D2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002865-84C7-F584-5569-D331D241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6DAF3A-20FF-635E-57B1-F67DA97D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871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F50B-3961-A97C-8D8E-5438B2A2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229926-8C89-4922-BAA7-3DEF42AB9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210DDD-AB3B-A408-B145-3612BC738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79C3F8-18BE-D373-2B1A-871BFD0E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D54310-B886-3700-08A9-A402E7F7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EA12F6-88F1-5733-C225-682FAF73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94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F32A3-B4D8-230E-D39C-35894E04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847E79-9B64-5E30-5014-0B913A010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FFA8F4-D635-2845-C5BF-D5A4F16D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D9E6C6-225D-A147-255E-CFE132332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2DA941-4D3B-F680-F2A3-FA1E7B2C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1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9DCB45B-BF42-CAFA-2781-4EE04376F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1931FB-81D1-05E6-87CF-1D4E394F9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90E64E-B25A-7928-7218-7726B3E1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FEB67A-5DEA-F24B-29F2-A1F393AA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92AC0D-5F49-3F73-5399-5B52BA17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48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CE83A-B10E-9BF0-F8AE-EBEEC1EA3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D39F0B-31C0-E49C-A494-0F95EF7C3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5998D9-8F44-BF14-739B-B3968466B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9BD3E3-B5B2-4B26-9A12-36DF5C10A7AC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3C414E-C69D-0ABD-219D-6B4C19E89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C1FDF0-3A31-56C6-7D17-AD25A6F63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3AB7A-0FDD-41E4-9296-9DB3B31B2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35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BCDB84-8727-3ADD-1194-2D735005F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567998"/>
            <a:ext cx="9144000" cy="1655762"/>
          </a:xfrm>
        </p:spPr>
        <p:txBody>
          <a:bodyPr/>
          <a:lstStyle/>
          <a:p>
            <a:r>
              <a:rPr lang="ru-RU" dirty="0"/>
              <a:t>Зинкин Станислав, Усманов Игорь</a:t>
            </a:r>
            <a:br>
              <a:rPr lang="ru-RU" dirty="0"/>
            </a:br>
            <a:r>
              <a:rPr lang="ru-RU" dirty="0"/>
              <a:t>гр. 5040102</a:t>
            </a:r>
            <a:r>
              <a:rPr lang="en-US" dirty="0"/>
              <a:t>/50201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C130726-BF94-C66F-C295-C3CB354F4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017" y="1494909"/>
            <a:ext cx="7367965" cy="386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02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E4C89-68D5-04A9-0FB6-2C71A185B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524" y="0"/>
            <a:ext cx="10515600" cy="1325563"/>
          </a:xfrm>
        </p:spPr>
        <p:txBody>
          <a:bodyPr/>
          <a:lstStyle/>
          <a:p>
            <a:r>
              <a:rPr lang="ru-RU" dirty="0"/>
              <a:t>Сборщик модулей (</a:t>
            </a:r>
            <a:r>
              <a:rPr lang="en-US" dirty="0"/>
              <a:t>Module Bundler)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20E1E8-0710-47FE-4733-59580291C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9702678" cy="4351338"/>
          </a:xfrm>
        </p:spPr>
        <p:txBody>
          <a:bodyPr>
            <a:normAutofit/>
          </a:bodyPr>
          <a:lstStyle/>
          <a:p>
            <a:pPr marL="0" indent="457200">
              <a:buNone/>
            </a:pPr>
            <a:r>
              <a:rPr lang="ru-RU" sz="2400" dirty="0"/>
              <a:t>Что это: инструмент, который объединяет JS-файлы и зависимости в один или несколько файлов (бандлов)</a:t>
            </a:r>
          </a:p>
          <a:p>
            <a:pPr marL="0" indent="457200">
              <a:buNone/>
            </a:pPr>
            <a:r>
              <a:rPr lang="ru-RU" sz="2400" dirty="0"/>
              <a:t>Зачем нужен:</a:t>
            </a:r>
          </a:p>
          <a:p>
            <a:pPr lvl="1" indent="457200"/>
            <a:r>
              <a:rPr lang="ru-RU" sz="2000" dirty="0"/>
              <a:t>Упрощает структуру проекта</a:t>
            </a:r>
          </a:p>
          <a:p>
            <a:pPr lvl="1" indent="457200"/>
            <a:r>
              <a:rPr lang="ru-RU" sz="2000" dirty="0"/>
              <a:t>Оптимизирует код для браузера</a:t>
            </a:r>
          </a:p>
          <a:p>
            <a:pPr lvl="1" indent="457200"/>
            <a:r>
              <a:rPr lang="ru-RU" sz="2000" dirty="0"/>
              <a:t>Управляет зависимостями между модулями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2BD435-08F2-49CE-9C53-7CA3B0E55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16" y="3717235"/>
            <a:ext cx="5416584" cy="30214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FDDB18-AB0F-4626-9706-C0389D6E61F4}"/>
              </a:ext>
            </a:extLst>
          </p:cNvPr>
          <p:cNvSpPr txBox="1"/>
          <p:nvPr/>
        </p:nvSpPr>
        <p:spPr>
          <a:xfrm>
            <a:off x="6992072" y="5198166"/>
            <a:ext cx="4520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Без сборщика: каждый файл подключается отдельно. Сборщик объединяет их в один бандл для браузера.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FE700EB-C728-4763-B44B-905C6CC4E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072" y="2909877"/>
            <a:ext cx="4520512" cy="205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22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E08918-CDEC-1B8C-D056-67ECCC505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Проблемы при работе без сборщика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61A32-E6A0-91DE-E9F3-4614E7E0C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7767017" cy="1658834"/>
          </a:xfrm>
        </p:spPr>
        <p:txBody>
          <a:bodyPr>
            <a:normAutofit/>
          </a:bodyPr>
          <a:lstStyle/>
          <a:p>
            <a:r>
              <a:rPr lang="ru-RU" sz="2400" dirty="0"/>
              <a:t>Несколько скриптов на сайте → трудно поддерживать</a:t>
            </a:r>
          </a:p>
          <a:p>
            <a:r>
              <a:rPr lang="ru-RU" sz="2400" dirty="0"/>
              <a:t>Медленная загрузка страниц</a:t>
            </a:r>
          </a:p>
          <a:p>
            <a:r>
              <a:rPr lang="ru-RU" sz="2400" dirty="0"/>
              <a:t>Конфликты зависимостей между файлами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0FB64F-7E90-4FB2-9240-2AA38EC2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333" y="1343818"/>
            <a:ext cx="2038350" cy="514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D9BA99-CDF3-421E-A072-1267E38E8125}"/>
              </a:ext>
            </a:extLst>
          </p:cNvPr>
          <p:cNvSpPr txBox="1"/>
          <p:nvPr/>
        </p:nvSpPr>
        <p:spPr>
          <a:xfrm>
            <a:off x="838200" y="4790659"/>
            <a:ext cx="4546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Конфликт функций и порядок загрузки файлов важен. Без сборщика легко допустить ошибки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57C24E-D18B-4AEC-B9E8-521EF57B1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02054"/>
            <a:ext cx="4546198" cy="150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2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B08CAA-9CDE-CCEE-B3F7-095D93A66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 err="1"/>
              <a:t>Rollup</a:t>
            </a:r>
            <a:r>
              <a:rPr lang="ru-RU" sz="3200" dirty="0"/>
              <a:t> — современный сборщик модулей для JavaScript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7424AA-58F9-6284-7983-C14BDAD11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5413513" cy="2103438"/>
          </a:xfrm>
        </p:spPr>
        <p:txBody>
          <a:bodyPr>
            <a:normAutofit/>
          </a:bodyPr>
          <a:lstStyle/>
          <a:p>
            <a:r>
              <a:rPr lang="ru-RU" sz="2400" dirty="0"/>
              <a:t>Использует ES-модули (</a:t>
            </a:r>
            <a:r>
              <a:rPr lang="ru-RU" sz="2400" dirty="0" err="1"/>
              <a:t>import</a:t>
            </a:r>
            <a:r>
              <a:rPr lang="ru-RU" sz="2400" dirty="0"/>
              <a:t>/</a:t>
            </a:r>
            <a:r>
              <a:rPr lang="ru-RU" sz="2400" dirty="0" err="1"/>
              <a:t>export</a:t>
            </a:r>
            <a:r>
              <a:rPr lang="ru-RU" sz="2400" dirty="0"/>
              <a:t>)</a:t>
            </a:r>
          </a:p>
          <a:p>
            <a:r>
              <a:rPr lang="ru-RU" sz="2400" dirty="0"/>
              <a:t>Фокус на </a:t>
            </a:r>
            <a:r>
              <a:rPr lang="ru-RU" sz="2400" dirty="0" err="1"/>
              <a:t>tree</a:t>
            </a:r>
            <a:r>
              <a:rPr lang="ru-RU" sz="2400" dirty="0"/>
              <a:t> </a:t>
            </a:r>
            <a:r>
              <a:rPr lang="ru-RU" sz="2400" dirty="0" err="1"/>
              <a:t>shaking</a:t>
            </a:r>
            <a:r>
              <a:rPr lang="ru-RU" sz="2400" dirty="0"/>
              <a:t> — удаляет неиспользуемый код</a:t>
            </a:r>
          </a:p>
          <a:p>
            <a:r>
              <a:rPr lang="ru-RU" sz="2400" dirty="0"/>
              <a:t>Идеален для библиотек и небольших проектов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740E4C-99B7-4A02-A6EA-2F494F6DA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946" y="1325563"/>
            <a:ext cx="4772025" cy="48577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F0C9EFE-1F2D-4242-A0DC-0F07DFECF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40720"/>
            <a:ext cx="4527206" cy="16917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E348E8-B963-44E6-917C-120BC21315BB}"/>
              </a:ext>
            </a:extLst>
          </p:cNvPr>
          <p:cNvSpPr txBox="1"/>
          <p:nvPr/>
        </p:nvSpPr>
        <p:spPr>
          <a:xfrm>
            <a:off x="730451" y="5759490"/>
            <a:ext cx="562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Rollup </a:t>
            </a:r>
            <a:r>
              <a:rPr lang="ru-RU" dirty="0"/>
              <a:t>объединяет модули, удаляя неиспользуемые.</a:t>
            </a:r>
          </a:p>
        </p:txBody>
      </p:sp>
    </p:spTree>
    <p:extLst>
      <p:ext uri="{BB962C8B-B14F-4D97-AF65-F5344CB8AC3E}">
        <p14:creationId xmlns:p14="http://schemas.microsoft.com/office/powerpoint/2010/main" val="393371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40B37-3539-8005-CECF-CED37913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3972339" cy="1325563"/>
          </a:xfrm>
        </p:spPr>
        <p:txBody>
          <a:bodyPr/>
          <a:lstStyle/>
          <a:p>
            <a:r>
              <a:rPr lang="en-US" dirty="0"/>
              <a:t>ES-</a:t>
            </a:r>
            <a:r>
              <a:rPr lang="ru-RU" dirty="0"/>
              <a:t>модули (</a:t>
            </a:r>
            <a:r>
              <a:rPr lang="en-US" dirty="0"/>
              <a:t>ES6)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5D044C-7B3A-CC22-2B79-9C310CA51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510" y="1339159"/>
            <a:ext cx="5020917" cy="1845021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Используют </a:t>
            </a:r>
            <a:r>
              <a:rPr lang="ru-RU" sz="2400" dirty="0" err="1"/>
              <a:t>import</a:t>
            </a:r>
            <a:r>
              <a:rPr lang="ru-RU" sz="2400" dirty="0"/>
              <a:t> / </a:t>
            </a:r>
            <a:r>
              <a:rPr lang="ru-RU" sz="2400" dirty="0" err="1"/>
              <a:t>export</a:t>
            </a:r>
            <a:endParaRPr lang="ru-RU" sz="2400" dirty="0"/>
          </a:p>
          <a:p>
            <a:r>
              <a:rPr lang="ru-RU" sz="2400" dirty="0"/>
              <a:t>Позволяют разбивать код на независимые файлы</a:t>
            </a:r>
          </a:p>
          <a:p>
            <a:r>
              <a:rPr lang="ru-RU" sz="2400" dirty="0"/>
              <a:t>Упрощают управление зависимостями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5162978-3D1A-2762-6044-250958B042BE}"/>
              </a:ext>
            </a:extLst>
          </p:cNvPr>
          <p:cNvSpPr txBox="1">
            <a:spLocks/>
          </p:cNvSpPr>
          <p:nvPr/>
        </p:nvSpPr>
        <p:spPr>
          <a:xfrm>
            <a:off x="7152863" y="-1"/>
            <a:ext cx="32037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Tree Shaking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A452655-3DC9-C57F-665C-E4F8AB99CCDD}"/>
              </a:ext>
            </a:extLst>
          </p:cNvPr>
          <p:cNvSpPr txBox="1">
            <a:spLocks/>
          </p:cNvSpPr>
          <p:nvPr/>
        </p:nvSpPr>
        <p:spPr>
          <a:xfrm>
            <a:off x="6511789" y="1325562"/>
            <a:ext cx="5020917" cy="2079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err="1"/>
              <a:t>Rollup</a:t>
            </a:r>
            <a:r>
              <a:rPr lang="ru-RU" sz="2400" dirty="0"/>
              <a:t> удаляет неиспользуемый код</a:t>
            </a:r>
          </a:p>
          <a:p>
            <a:r>
              <a:rPr lang="ru-RU" sz="2400" dirty="0"/>
              <a:t>Итоговый бандл содержит только то, что реально используется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52C1C1-B2F0-48BA-806C-6720B787C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139" y="3673821"/>
            <a:ext cx="7044285" cy="24775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AF7A1D-6974-464B-8FF0-D8D6EB8DB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10" y="3673821"/>
            <a:ext cx="4124739" cy="124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0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1D8C6-C99B-B711-4D5E-485C90A9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2326" y="18255"/>
            <a:ext cx="4787348" cy="1325563"/>
          </a:xfrm>
        </p:spPr>
        <p:txBody>
          <a:bodyPr/>
          <a:lstStyle/>
          <a:p>
            <a:r>
              <a:rPr lang="en-US" dirty="0"/>
              <a:t>Rollup vs Webpack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52239DB-BDEF-CF6A-B41B-635C10BEE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579284"/>
              </p:ext>
            </p:extLst>
          </p:nvPr>
        </p:nvGraphicFramePr>
        <p:xfrm>
          <a:off x="3515971" y="1343818"/>
          <a:ext cx="4787347" cy="3139440"/>
        </p:xfrm>
        <a:graphic>
          <a:graphicData uri="http://schemas.openxmlformats.org/drawingml/2006/table">
            <a:tbl>
              <a:tblPr/>
              <a:tblGrid>
                <a:gridCol w="1611950">
                  <a:extLst>
                    <a:ext uri="{9D8B030D-6E8A-4147-A177-3AD203B41FA5}">
                      <a16:colId xmlns:a16="http://schemas.microsoft.com/office/drawing/2014/main" val="409816518"/>
                    </a:ext>
                  </a:extLst>
                </a:gridCol>
                <a:gridCol w="1503010">
                  <a:extLst>
                    <a:ext uri="{9D8B030D-6E8A-4147-A177-3AD203B41FA5}">
                      <a16:colId xmlns:a16="http://schemas.microsoft.com/office/drawing/2014/main" val="175735564"/>
                    </a:ext>
                  </a:extLst>
                </a:gridCol>
                <a:gridCol w="1672387">
                  <a:extLst>
                    <a:ext uri="{9D8B030D-6E8A-4147-A177-3AD203B41FA5}">
                      <a16:colId xmlns:a16="http://schemas.microsoft.com/office/drawing/2014/main" val="344049734"/>
                    </a:ext>
                  </a:extLst>
                </a:gridCol>
              </a:tblGrid>
              <a:tr h="54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 dirty="0"/>
                        <a:t>Характеристика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Rollup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Webpack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667422"/>
                  </a:ext>
                </a:extLst>
              </a:tr>
              <a:tr h="563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 dirty="0"/>
                        <a:t>Конфигурация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Простая, минимальная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Более сложная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4471"/>
                  </a:ext>
                </a:extLst>
              </a:tr>
              <a:tr h="800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 dirty="0"/>
                        <a:t>Фокус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Библиотеки, небольшие проекты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Большие приложения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594717"/>
                  </a:ext>
                </a:extLst>
              </a:tr>
              <a:tr h="54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Tree shaking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Отлично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Есть, но сложнее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00291"/>
                  </a:ext>
                </a:extLst>
              </a:tr>
              <a:tr h="563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 dirty="0"/>
                        <a:t>Размер бандла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Минимальный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Может быть больше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519220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5518BF-446F-477C-9534-B10810D9B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20" y="4964749"/>
            <a:ext cx="2928105" cy="169031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5B2B69-8F7B-426B-828A-D47514504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201" y="4964749"/>
            <a:ext cx="4551799" cy="132556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5241F41-9BEB-412E-B767-1156DA047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018" y="1057101"/>
            <a:ext cx="3709982" cy="37943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7D875FA-9B12-41EA-875E-AC25DFC9A7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726" y="1057101"/>
            <a:ext cx="3340998" cy="37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8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5F1D3-1085-AB73-C6C1-D0B3B844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5713" y="0"/>
            <a:ext cx="4260574" cy="1325563"/>
          </a:xfrm>
        </p:spPr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Rollup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D4532A-7EA9-83A0-7D20-76DD5130F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4" y="1325563"/>
            <a:ext cx="6506817" cy="1634136"/>
          </a:xfrm>
        </p:spPr>
        <p:txBody>
          <a:bodyPr/>
          <a:lstStyle/>
          <a:p>
            <a:r>
              <a:rPr lang="ru-RU" dirty="0"/>
              <a:t>Через </a:t>
            </a:r>
            <a:r>
              <a:rPr lang="en-US" dirty="0" err="1"/>
              <a:t>npm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$ </a:t>
            </a:r>
            <a:r>
              <a:rPr lang="en-US" dirty="0" err="1"/>
              <a:t>npm</a:t>
            </a:r>
            <a:r>
              <a:rPr lang="en-US" dirty="0"/>
              <a:t> install --save-dev rollup</a:t>
            </a:r>
          </a:p>
          <a:p>
            <a:r>
              <a:rPr lang="ru-RU" dirty="0"/>
              <a:t>Базовая конфигурация (rollup.config.js):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06FB0C-14F0-46A9-A1DF-B1500AD6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51" y="5050575"/>
            <a:ext cx="11024497" cy="163413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734E229-BA76-4B51-93DF-AD747AC2A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04" y="3252469"/>
            <a:ext cx="4572928" cy="166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6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E7C27-1905-EEEF-CC48-31567F147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856" y="0"/>
            <a:ext cx="5940287" cy="1325563"/>
          </a:xfrm>
        </p:spPr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Rollup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718D2C-753E-6D5F-F8BF-6D700242F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3248"/>
            <a:ext cx="6039678" cy="2259358"/>
          </a:xfrm>
        </p:spPr>
        <p:txBody>
          <a:bodyPr/>
          <a:lstStyle/>
          <a:p>
            <a:r>
              <a:rPr lang="ru-RU" dirty="0"/>
              <a:t>Проект: 2–3 </a:t>
            </a:r>
            <a:r>
              <a:rPr lang="en-US" dirty="0"/>
              <a:t>JS-</a:t>
            </a:r>
            <a:r>
              <a:rPr lang="ru-RU" dirty="0"/>
              <a:t>файла</a:t>
            </a:r>
          </a:p>
          <a:p>
            <a:r>
              <a:rPr lang="ru-RU" dirty="0"/>
              <a:t>Конфигурация </a:t>
            </a:r>
            <a:r>
              <a:rPr lang="en-US" dirty="0"/>
              <a:t>Rollup: rollup.config.js</a:t>
            </a:r>
          </a:p>
          <a:p>
            <a:r>
              <a:rPr lang="ru-RU" dirty="0"/>
              <a:t>Сборка: </a:t>
            </a:r>
            <a:r>
              <a:rPr lang="en-US" dirty="0" err="1"/>
              <a:t>npx</a:t>
            </a:r>
            <a:r>
              <a:rPr lang="en-US" dirty="0"/>
              <a:t> rollup -c</a:t>
            </a:r>
          </a:p>
          <a:p>
            <a:r>
              <a:rPr lang="ru-RU" dirty="0"/>
              <a:t>Результат: один бандл </a:t>
            </a:r>
            <a:r>
              <a:rPr lang="en-US" dirty="0"/>
              <a:t>JS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36A44B-FCF4-4DD2-B90B-A05EA1FC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523248"/>
            <a:ext cx="5712704" cy="211435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A79474F-FBC9-4516-AD09-A00FD7949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959437"/>
            <a:ext cx="3455504" cy="201513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54181A0-DD92-4B37-93D9-FFC7381BC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50" y="3959437"/>
            <a:ext cx="4459092" cy="264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0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C3CEB-C55B-4BAB-D819-86A2AF85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439" y="0"/>
            <a:ext cx="4171122" cy="1325563"/>
          </a:xfrm>
        </p:spPr>
        <p:txBody>
          <a:bodyPr/>
          <a:lstStyle/>
          <a:p>
            <a:r>
              <a:rPr lang="ru-RU" dirty="0"/>
              <a:t>Плагины </a:t>
            </a:r>
            <a:r>
              <a:rPr lang="en-US" dirty="0"/>
              <a:t>Rollup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08A633-2D62-6E53-C3C0-A3740596D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36" y="1325563"/>
            <a:ext cx="4639321" cy="1325563"/>
          </a:xfrm>
        </p:spPr>
        <p:txBody>
          <a:bodyPr/>
          <a:lstStyle/>
          <a:p>
            <a:r>
              <a:rPr lang="ru-RU" dirty="0"/>
              <a:t>Для чего нужны: расширяют возможности </a:t>
            </a:r>
            <a:r>
              <a:rPr lang="ru-RU" dirty="0" err="1"/>
              <a:t>Rollup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1F0161-46A2-4847-B7B9-177E3A112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0" y="3283778"/>
            <a:ext cx="4639320" cy="29376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2F636F-FF96-46EE-821E-24EB31003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071" y="3283778"/>
            <a:ext cx="4429999" cy="2951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55C487-320E-483F-9920-5E5DFC3C7683}"/>
              </a:ext>
            </a:extLst>
          </p:cNvPr>
          <p:cNvSpPr txBox="1"/>
          <p:nvPr/>
        </p:nvSpPr>
        <p:spPr>
          <a:xfrm>
            <a:off x="6096000" y="1325563"/>
            <a:ext cx="601814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Популярные плагины:</a:t>
            </a:r>
          </a:p>
          <a:p>
            <a:pPr marL="216000" lvl="1">
              <a:buFont typeface="Arial" panose="020B0604020202020204" pitchFamily="34" charset="0"/>
              <a:buChar char="•"/>
            </a:pPr>
            <a:r>
              <a:rPr lang="ru-RU" sz="2000" dirty="0"/>
              <a:t>@rollup/plugin-node-resolve — подключение модулей из </a:t>
            </a:r>
            <a:r>
              <a:rPr lang="ru-RU" sz="2000" dirty="0" err="1"/>
              <a:t>node_modules</a:t>
            </a:r>
            <a:endParaRPr lang="ru-RU" sz="2000" dirty="0"/>
          </a:p>
          <a:p>
            <a:pPr marL="216000" lvl="1">
              <a:buFont typeface="Arial" panose="020B0604020202020204" pitchFamily="34" charset="0"/>
              <a:buChar char="•"/>
            </a:pPr>
            <a:r>
              <a:rPr lang="ru-RU" sz="2000" dirty="0"/>
              <a:t>@rollup/plugin-commonjs — поддержка </a:t>
            </a:r>
            <a:r>
              <a:rPr lang="ru-RU" sz="2000" dirty="0" err="1"/>
              <a:t>CommonJS</a:t>
            </a:r>
            <a:endParaRPr lang="ru-RU" sz="2000" dirty="0"/>
          </a:p>
          <a:p>
            <a:pPr marL="216000" lvl="1">
              <a:buFont typeface="Arial" panose="020B0604020202020204" pitchFamily="34" charset="0"/>
              <a:buChar char="•"/>
            </a:pPr>
            <a:r>
              <a:rPr lang="ru-RU" sz="2000" dirty="0" err="1"/>
              <a:t>rollup-plugin-terser</a:t>
            </a:r>
            <a:r>
              <a:rPr lang="ru-RU" sz="2000" dirty="0"/>
              <a:t> — </a:t>
            </a:r>
            <a:r>
              <a:rPr lang="ru-RU" sz="2000" dirty="0" err="1"/>
              <a:t>минификация</a:t>
            </a:r>
            <a:r>
              <a:rPr lang="ru-RU" sz="2000" dirty="0"/>
              <a:t> кода</a:t>
            </a:r>
          </a:p>
        </p:txBody>
      </p:sp>
    </p:spTree>
    <p:extLst>
      <p:ext uri="{BB962C8B-B14F-4D97-AF65-F5344CB8AC3E}">
        <p14:creationId xmlns:p14="http://schemas.microsoft.com/office/powerpoint/2010/main" val="393220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DDED4-1F3D-4B4B-A11C-CD625148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769" y="0"/>
            <a:ext cx="6238461" cy="1325563"/>
          </a:xfrm>
        </p:spPr>
        <p:txBody>
          <a:bodyPr/>
          <a:lstStyle/>
          <a:p>
            <a:r>
              <a:rPr lang="ru-RU" dirty="0"/>
              <a:t>Где используется </a:t>
            </a:r>
            <a:r>
              <a:rPr lang="en-US" dirty="0"/>
              <a:t>Rollup?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155C8-1DBC-285D-1DFC-E305AEAA8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901" y="1303260"/>
            <a:ext cx="5507736" cy="1325563"/>
          </a:xfrm>
        </p:spPr>
        <p:txBody>
          <a:bodyPr>
            <a:normAutofit/>
          </a:bodyPr>
          <a:lstStyle/>
          <a:p>
            <a:r>
              <a:rPr lang="ru-RU" dirty="0"/>
              <a:t>Библиотеки JavaScript: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 err="1"/>
              <a:t>Lodash</a:t>
            </a:r>
            <a:endParaRPr lang="ru-RU" dirty="0"/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D3.js и другие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BC5FD0-5262-4AF2-B6A0-EA2AB159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342" y="1325563"/>
            <a:ext cx="1131183" cy="113118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FE5BD6-396D-4298-951A-FAE3B89EF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674" y="1303260"/>
            <a:ext cx="1131183" cy="10746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71A074-30D1-4CA1-A7F9-02CAA8821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037" y="4863247"/>
            <a:ext cx="8839200" cy="866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B31F33-2938-4E49-B91B-947933561397}"/>
              </a:ext>
            </a:extLst>
          </p:cNvPr>
          <p:cNvSpPr txBox="1"/>
          <p:nvPr/>
        </p:nvSpPr>
        <p:spPr>
          <a:xfrm>
            <a:off x="6320557" y="3020829"/>
            <a:ext cx="5303355" cy="1448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Публикация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npm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-пакетов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ES-модули +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CommonJS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Tree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shaking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из коробки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Оптимизированный итоговый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билд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1B4E95-0BBA-4E08-8C59-5060F189A857}"/>
              </a:ext>
            </a:extLst>
          </p:cNvPr>
          <p:cNvSpPr txBox="1"/>
          <p:nvPr/>
        </p:nvSpPr>
        <p:spPr>
          <a:xfrm>
            <a:off x="222901" y="3023152"/>
            <a:ext cx="6097656" cy="1439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Фреймворки и небольшие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фронтенд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-проекты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Минимальный размер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бандла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Чистая структура кода</a:t>
            </a:r>
          </a:p>
        </p:txBody>
      </p:sp>
    </p:spTree>
    <p:extLst>
      <p:ext uri="{BB962C8B-B14F-4D97-AF65-F5344CB8AC3E}">
        <p14:creationId xmlns:p14="http://schemas.microsoft.com/office/powerpoint/2010/main" val="548684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1E9A6-75B9-C796-42B7-F6BD1CC1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334" y="387368"/>
            <a:ext cx="5443330" cy="924179"/>
          </a:xfrm>
        </p:spPr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Rollup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CF33F7-B27B-3490-46EA-B1794AAB1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025" y="1311547"/>
            <a:ext cx="4906617" cy="1850517"/>
          </a:xfrm>
        </p:spPr>
        <p:txBody>
          <a:bodyPr>
            <a:normAutofit/>
          </a:bodyPr>
          <a:lstStyle/>
          <a:p>
            <a:r>
              <a:rPr lang="ru-RU" sz="2400" dirty="0"/>
              <a:t>Лёгкий и простой в настройке</a:t>
            </a:r>
          </a:p>
          <a:p>
            <a:r>
              <a:rPr lang="ru-RU" sz="2400" dirty="0"/>
              <a:t>Эффективный </a:t>
            </a:r>
            <a:r>
              <a:rPr lang="ru-RU" sz="2400" dirty="0" err="1"/>
              <a:t>tree</a:t>
            </a:r>
            <a:r>
              <a:rPr lang="ru-RU" sz="2400" dirty="0"/>
              <a:t> </a:t>
            </a:r>
            <a:r>
              <a:rPr lang="ru-RU" sz="2400" dirty="0" err="1"/>
              <a:t>shaking</a:t>
            </a:r>
            <a:endParaRPr lang="ru-RU" sz="2400" dirty="0"/>
          </a:p>
          <a:p>
            <a:r>
              <a:rPr lang="ru-RU" sz="2400" dirty="0"/>
              <a:t>Отлично подходит для библиотек</a:t>
            </a:r>
          </a:p>
          <a:p>
            <a:r>
              <a:rPr lang="ru-RU" sz="2400" dirty="0"/>
              <a:t>Чистый и минимальный бандл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BCC5D0D-6573-DD71-F191-79D1792410F7}"/>
              </a:ext>
            </a:extLst>
          </p:cNvPr>
          <p:cNvSpPr txBox="1">
            <a:spLocks/>
          </p:cNvSpPr>
          <p:nvPr/>
        </p:nvSpPr>
        <p:spPr>
          <a:xfrm>
            <a:off x="3642691" y="3145934"/>
            <a:ext cx="4906617" cy="118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Недостатки </a:t>
            </a:r>
            <a:r>
              <a:rPr lang="en-US" dirty="0"/>
              <a:t>Rollup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84968D2-A5B5-D6FB-7D55-5CBCB3861103}"/>
              </a:ext>
            </a:extLst>
          </p:cNvPr>
          <p:cNvSpPr txBox="1">
            <a:spLocks/>
          </p:cNvSpPr>
          <p:nvPr/>
        </p:nvSpPr>
        <p:spPr>
          <a:xfrm>
            <a:off x="921025" y="4330654"/>
            <a:ext cx="6268278" cy="1579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Меньше интеграций, чем у </a:t>
            </a:r>
            <a:r>
              <a:rPr lang="ru-RU" sz="2400" dirty="0" err="1"/>
              <a:t>Webpack</a:t>
            </a:r>
            <a:endParaRPr lang="ru-RU" sz="2400" dirty="0"/>
          </a:p>
          <a:p>
            <a:r>
              <a:rPr lang="ru-RU" sz="2400" dirty="0"/>
              <a:t>Ограниченный плагин-экосистема</a:t>
            </a:r>
          </a:p>
          <a:p>
            <a:r>
              <a:rPr lang="ru-RU" sz="2400" dirty="0"/>
              <a:t>Не всегда удобен для больших приложений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FFBC34-26A0-49B7-9F46-6187CC363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642" y="1236718"/>
            <a:ext cx="476860" cy="42738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515FC66-1D4A-4012-A3E1-0DD865D0B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642" y="1682150"/>
            <a:ext cx="476860" cy="42738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634D915-E3A1-4C9A-9305-1CE59ACC1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642" y="2126191"/>
            <a:ext cx="476860" cy="42738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10EE11B-92B0-4293-9684-C1F1A1D98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642" y="2567881"/>
            <a:ext cx="476860" cy="42738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8AE2EFB-0C6A-4236-B1B5-B41E42627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914" y="4314218"/>
            <a:ext cx="467139" cy="46713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348D30F-D9CC-4C5B-9CBE-7AC32FE5A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524" y="4777358"/>
            <a:ext cx="467139" cy="46713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4B45E2A-2BD0-4036-A971-0EDD384A1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524" y="5244497"/>
            <a:ext cx="467139" cy="46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99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4C9FB-8B8D-8AB2-12EC-E875A3078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732" y="93908"/>
            <a:ext cx="1736035" cy="860171"/>
          </a:xfrm>
        </p:spPr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6F2FB7-5911-C3DB-2178-85B05DDFB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524" y="860171"/>
            <a:ext cx="9804952" cy="1395203"/>
          </a:xfrm>
        </p:spPr>
        <p:txBody>
          <a:bodyPr>
            <a:normAutofit/>
          </a:bodyPr>
          <a:lstStyle/>
          <a:p>
            <a:r>
              <a:rPr lang="ru-RU" sz="2400" dirty="0" err="1"/>
              <a:t>Rollup</a:t>
            </a:r>
            <a:r>
              <a:rPr lang="ru-RU" sz="2400" dirty="0"/>
              <a:t> — простой и эффективный сборщик ES-модулей</a:t>
            </a:r>
          </a:p>
          <a:p>
            <a:r>
              <a:rPr lang="ru-RU" sz="2400" dirty="0"/>
              <a:t>Основные преимущества: минимальный бандл и сильный </a:t>
            </a:r>
            <a:r>
              <a:rPr lang="ru-RU" sz="2400" dirty="0" err="1"/>
              <a:t>tree</a:t>
            </a:r>
            <a:r>
              <a:rPr lang="ru-RU" sz="2400" dirty="0"/>
              <a:t> </a:t>
            </a:r>
            <a:r>
              <a:rPr lang="ru-RU" sz="2400" dirty="0" err="1"/>
              <a:t>shaking</a:t>
            </a:r>
            <a:endParaRPr lang="ru-RU" sz="2400" dirty="0"/>
          </a:p>
          <a:p>
            <a:r>
              <a:rPr lang="ru-RU" sz="2400" dirty="0"/>
              <a:t>Применение: библиотеки, небольшие фронтенд-проекты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C5879F7-2AB9-FDBA-8080-D1C6C3DD2B42}"/>
              </a:ext>
            </a:extLst>
          </p:cNvPr>
          <p:cNvSpPr txBox="1">
            <a:spLocks/>
          </p:cNvSpPr>
          <p:nvPr/>
        </p:nvSpPr>
        <p:spPr>
          <a:xfrm>
            <a:off x="3754007" y="2388325"/>
            <a:ext cx="3763486" cy="871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Рекомендации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4F9EB4A-768C-DA71-0BEC-D65F7934ED32}"/>
              </a:ext>
            </a:extLst>
          </p:cNvPr>
          <p:cNvSpPr txBox="1">
            <a:spLocks/>
          </p:cNvSpPr>
          <p:nvPr/>
        </p:nvSpPr>
        <p:spPr>
          <a:xfrm>
            <a:off x="1788243" y="3115545"/>
            <a:ext cx="7695015" cy="1059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err="1"/>
              <a:t>Rollup</a:t>
            </a:r>
            <a:r>
              <a:rPr lang="ru-RU" sz="2400" dirty="0"/>
              <a:t> — для библиотек и небольших приложений</a:t>
            </a:r>
          </a:p>
          <a:p>
            <a:r>
              <a:rPr lang="ru-RU" sz="2400" dirty="0" err="1"/>
              <a:t>Webpack</a:t>
            </a:r>
            <a:r>
              <a:rPr lang="ru-RU" sz="2400" dirty="0"/>
              <a:t> / </a:t>
            </a:r>
            <a:r>
              <a:rPr lang="ru-RU" sz="2400" dirty="0" err="1"/>
              <a:t>Vite</a:t>
            </a:r>
            <a:r>
              <a:rPr lang="ru-RU" sz="2400" dirty="0"/>
              <a:t> — для крупных SPA и сложных проектов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6450F5-A263-4F9C-9A2C-7BE1AE84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243" y="4307591"/>
            <a:ext cx="7513719" cy="225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43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388</Words>
  <Application>Microsoft Office PowerPoint</Application>
  <PresentationFormat>Широкоэкранный</PresentationFormat>
  <Paragraphs>83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Презентация PowerPoint</vt:lpstr>
      <vt:lpstr>Сборщик модулей (Module Bundler)</vt:lpstr>
      <vt:lpstr>Проблемы при работе без сборщика</vt:lpstr>
      <vt:lpstr>Rollup — современный сборщик модулей для JavaScript</vt:lpstr>
      <vt:lpstr>ES-модули (ES6)</vt:lpstr>
      <vt:lpstr>Rollup vs Webpack</vt:lpstr>
      <vt:lpstr>Установка Rollup</vt:lpstr>
      <vt:lpstr>Пример работы Rollup</vt:lpstr>
      <vt:lpstr>Плагины Rollup</vt:lpstr>
      <vt:lpstr>Где используется Rollup?</vt:lpstr>
      <vt:lpstr>Преимущества Rollup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Станислав Зинкин</dc:creator>
  <cp:lastModifiedBy>Станислав Зинкин</cp:lastModifiedBy>
  <cp:revision>12</cp:revision>
  <dcterms:created xsi:type="dcterms:W3CDTF">2025-11-19T21:02:24Z</dcterms:created>
  <dcterms:modified xsi:type="dcterms:W3CDTF">2025-11-28T19:26:03Z</dcterms:modified>
</cp:coreProperties>
</file>